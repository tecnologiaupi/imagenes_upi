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3716000" cy="17145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82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33" d="100"/>
          <a:sy n="33" d="100"/>
        </p:scale>
        <p:origin x="22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rla Salazar García" userId="b8153cab-ff41-4f08-928f-2428c4fc8b80" providerId="ADAL" clId="{8BE5151F-FF10-4EFB-B37D-9B997BCDF391}"/>
    <pc:docChg chg="undo custSel modSld">
      <pc:chgData name="Karla Salazar García" userId="b8153cab-ff41-4f08-928f-2428c4fc8b80" providerId="ADAL" clId="{8BE5151F-FF10-4EFB-B37D-9B997BCDF391}" dt="2026-06-08T21:19:56.600" v="437" actId="20577"/>
      <pc:docMkLst>
        <pc:docMk/>
      </pc:docMkLst>
      <pc:sldChg chg="addSp delSp modSp mod">
        <pc:chgData name="Karla Salazar García" userId="b8153cab-ff41-4f08-928f-2428c4fc8b80" providerId="ADAL" clId="{8BE5151F-FF10-4EFB-B37D-9B997BCDF391}" dt="2026-06-08T21:19:56.600" v="437" actId="20577"/>
        <pc:sldMkLst>
          <pc:docMk/>
          <pc:sldMk cId="1130364720" sldId="256"/>
        </pc:sldMkLst>
        <pc:spChg chg="mod">
          <ac:chgData name="Karla Salazar García" userId="b8153cab-ff41-4f08-928f-2428c4fc8b80" providerId="ADAL" clId="{8BE5151F-FF10-4EFB-B37D-9B997BCDF391}" dt="2026-06-08T21:19:22.042" v="423" actId="313"/>
          <ac:spMkLst>
            <pc:docMk/>
            <pc:sldMk cId="1130364720" sldId="256"/>
            <ac:spMk id="5" creationId="{017029C9-E2AC-8F27-3BF1-49C00E6ABAEF}"/>
          </ac:spMkLst>
        </pc:spChg>
        <pc:spChg chg="mod">
          <ac:chgData name="Karla Salazar García" userId="b8153cab-ff41-4f08-928f-2428c4fc8b80" providerId="ADAL" clId="{8BE5151F-FF10-4EFB-B37D-9B997BCDF391}" dt="2026-06-08T21:19:56.600" v="437" actId="20577"/>
          <ac:spMkLst>
            <pc:docMk/>
            <pc:sldMk cId="1130364720" sldId="256"/>
            <ac:spMk id="6" creationId="{6926E524-B275-D10D-BF56-ACAFAD0C14B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700" y="2805908"/>
            <a:ext cx="11658600" cy="5969000"/>
          </a:xfrm>
        </p:spPr>
        <p:txBody>
          <a:bodyPr anchor="b"/>
          <a:lstStyle>
            <a:lvl1pPr algn="ctr">
              <a:defRPr sz="9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14500" y="9005095"/>
            <a:ext cx="10287000" cy="4139405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52B13-765C-469C-B376-EEC7C2C1524C}" type="datetimeFigureOut">
              <a:rPr lang="es-CR" smtClean="0"/>
              <a:t>11/6/2026</a:t>
            </a:fld>
            <a:endParaRPr lang="es-C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D120F-9BFB-42A5-ABD8-F3B4B4261829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4202752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52B13-765C-469C-B376-EEC7C2C1524C}" type="datetimeFigureOut">
              <a:rPr lang="es-CR" smtClean="0"/>
              <a:t>11/6/2026</a:t>
            </a:fld>
            <a:endParaRPr lang="es-C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D120F-9BFB-42A5-ABD8-F3B4B4261829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6864703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5832" y="4274349"/>
            <a:ext cx="11830050" cy="7131843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5832" y="11473661"/>
            <a:ext cx="11830050" cy="3750468"/>
          </a:xfrm>
        </p:spPr>
        <p:txBody>
          <a:bodyPr/>
          <a:lstStyle>
            <a:lvl1pPr marL="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82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82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52B13-765C-469C-B376-EEC7C2C1524C}" type="datetimeFigureOut">
              <a:rPr lang="es-CR" smtClean="0"/>
              <a:t>11/6/2026</a:t>
            </a:fld>
            <a:endParaRPr lang="es-C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D120F-9BFB-42A5-ABD8-F3B4B4261829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8428518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2975" y="4564063"/>
            <a:ext cx="5829300" cy="1087834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43725" y="4564063"/>
            <a:ext cx="5829300" cy="1087834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52B13-765C-469C-B376-EEC7C2C1524C}" type="datetimeFigureOut">
              <a:rPr lang="es-CR" smtClean="0"/>
              <a:t>11/6/2026</a:t>
            </a:fld>
            <a:endParaRPr lang="es-C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D120F-9BFB-42A5-ABD8-F3B4B4261829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8963931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2" y="912816"/>
            <a:ext cx="11830050" cy="3313908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4763" y="4202908"/>
            <a:ext cx="5802510" cy="2059780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4763" y="6262688"/>
            <a:ext cx="5802510" cy="921147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943726" y="4202908"/>
            <a:ext cx="5831087" cy="2059780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943726" y="6262688"/>
            <a:ext cx="5831087" cy="921147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52B13-765C-469C-B376-EEC7C2C1524C}" type="datetimeFigureOut">
              <a:rPr lang="es-CR" smtClean="0"/>
              <a:t>11/6/2026</a:t>
            </a:fld>
            <a:endParaRPr lang="es-C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D120F-9BFB-42A5-ABD8-F3B4B4261829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71991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52B13-765C-469C-B376-EEC7C2C1524C}" type="datetimeFigureOut">
              <a:rPr lang="es-CR" smtClean="0"/>
              <a:t>11/6/2026</a:t>
            </a:fld>
            <a:endParaRPr lang="es-C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D120F-9BFB-42A5-ABD8-F3B4B4261829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366226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52B13-765C-469C-B376-EEC7C2C1524C}" type="datetimeFigureOut">
              <a:rPr lang="es-CR" smtClean="0"/>
              <a:t>11/6/2026</a:t>
            </a:fld>
            <a:endParaRPr lang="es-C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D120F-9BFB-42A5-ABD8-F3B4B4261829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8390896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2" y="1143000"/>
            <a:ext cx="4423767" cy="40005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31087" y="2468566"/>
            <a:ext cx="6943725" cy="12184063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44762" y="5143500"/>
            <a:ext cx="4423767" cy="9528970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52B13-765C-469C-B376-EEC7C2C1524C}" type="datetimeFigureOut">
              <a:rPr lang="es-CR" smtClean="0"/>
              <a:t>11/6/2026</a:t>
            </a:fld>
            <a:endParaRPr lang="es-C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D120F-9BFB-42A5-ABD8-F3B4B4261829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2168579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2" y="1143000"/>
            <a:ext cx="4423767" cy="40005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831087" y="2468566"/>
            <a:ext cx="6943725" cy="12184063"/>
          </a:xfrm>
        </p:spPr>
        <p:txBody>
          <a:bodyPr anchor="t"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44762" y="5143500"/>
            <a:ext cx="4423767" cy="9528970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52B13-765C-469C-B376-EEC7C2C1524C}" type="datetimeFigureOut">
              <a:rPr lang="es-CR" smtClean="0"/>
              <a:t>11/6/2026</a:t>
            </a:fld>
            <a:endParaRPr lang="es-C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D120F-9BFB-42A5-ABD8-F3B4B4261829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7812925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52B13-765C-469C-B376-EEC7C2C1524C}" type="datetimeFigureOut">
              <a:rPr lang="es-CR" smtClean="0"/>
              <a:t>11/6/2026</a:t>
            </a:fld>
            <a:endParaRPr lang="es-C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D120F-9BFB-42A5-ABD8-F3B4B4261829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7620901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15513" y="912813"/>
            <a:ext cx="2957513" cy="1452959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42976" y="912813"/>
            <a:ext cx="8701088" cy="14529595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52B13-765C-469C-B376-EEC7C2C1524C}" type="datetimeFigureOut">
              <a:rPr lang="es-CR" smtClean="0"/>
              <a:t>11/6/2026</a:t>
            </a:fld>
            <a:endParaRPr lang="es-C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D120F-9BFB-42A5-ABD8-F3B4B4261829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9226853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42975" y="912816"/>
            <a:ext cx="11830050" cy="33139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2975" y="4564063"/>
            <a:ext cx="11830050" cy="108783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42975" y="15890879"/>
            <a:ext cx="3086100" cy="9128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852B13-765C-469C-B376-EEC7C2C1524C}" type="datetimeFigureOut">
              <a:rPr lang="es-CR" smtClean="0"/>
              <a:t>11/6/2026</a:t>
            </a:fld>
            <a:endParaRPr lang="es-C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43425" y="15890879"/>
            <a:ext cx="4629150" cy="9128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686925" y="15890879"/>
            <a:ext cx="3086100" cy="9128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4D120F-9BFB-42A5-ABD8-F3B4B4261829}" type="slidenum">
              <a:rPr lang="es-CR" smtClean="0"/>
              <a:t>‹Nº›</a:t>
            </a:fld>
            <a:endParaRPr lang="es-CR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6783CD16-37CC-1EF1-957D-FA868CAC0724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0"/>
            <a:ext cx="13716000" cy="1714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7895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017029C9-E2AC-8F27-3BF1-49C00E6ABAEF}"/>
              </a:ext>
            </a:extLst>
          </p:cNvPr>
          <p:cNvSpPr txBox="1"/>
          <p:nvPr/>
        </p:nvSpPr>
        <p:spPr>
          <a:xfrm>
            <a:off x="876924" y="10772917"/>
            <a:ext cx="12501798" cy="51283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200" dirty="0">
                <a:solidFill>
                  <a:schemeClr val="bg1"/>
                </a:solidFill>
                <a:latin typeface="Josefin Sans" panose="00000500000000000000" pitchFamily="2" charset="0"/>
              </a:rPr>
              <a:t>Certificación original de materias aprobadas.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200" dirty="0">
                <a:solidFill>
                  <a:schemeClr val="bg1"/>
                </a:solidFill>
                <a:latin typeface="Josefin Sans" panose="00000500000000000000" pitchFamily="2" charset="0"/>
              </a:rPr>
              <a:t>Programas de los cursos firmados y sellados por tu universidad de procedencia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200" dirty="0">
                <a:solidFill>
                  <a:schemeClr val="bg1"/>
                </a:solidFill>
                <a:latin typeface="Josefin Sans" panose="00000500000000000000" pitchFamily="2" charset="0"/>
              </a:rPr>
              <a:t>Si hiciste el TCU, </a:t>
            </a:r>
            <a:r>
              <a:rPr lang="es-ES" sz="2200" dirty="0" err="1">
                <a:solidFill>
                  <a:schemeClr val="bg1"/>
                </a:solidFill>
                <a:latin typeface="Josefin Sans" panose="00000500000000000000" pitchFamily="2" charset="0"/>
              </a:rPr>
              <a:t>presentá</a:t>
            </a:r>
            <a:r>
              <a:rPr lang="es-ES" sz="2200" dirty="0">
                <a:solidFill>
                  <a:schemeClr val="bg1"/>
                </a:solidFill>
                <a:latin typeface="Josefin Sans" panose="00000500000000000000" pitchFamily="2" charset="0"/>
              </a:rPr>
              <a:t> una certificación que indique que completaste las 150 horas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200" dirty="0">
                <a:solidFill>
                  <a:schemeClr val="bg1"/>
                </a:solidFill>
                <a:latin typeface="Josefin Sans" panose="00000500000000000000" pitchFamily="2" charset="0"/>
              </a:rPr>
              <a:t>Fotocopia del título de Bachillerato en Educación Media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200" dirty="0">
                <a:solidFill>
                  <a:schemeClr val="bg1"/>
                </a:solidFill>
                <a:latin typeface="Josefin Sans" panose="00000500000000000000" pitchFamily="2" charset="0"/>
              </a:rPr>
              <a:t>Los documentos deben venir firmados y sellados por tu universidad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200" dirty="0">
                <a:solidFill>
                  <a:schemeClr val="bg1"/>
                </a:solidFill>
                <a:latin typeface="Josefin Sans" panose="00000500000000000000" pitchFamily="2" charset="0"/>
              </a:rPr>
              <a:t>Si los tenés con firma digital, </a:t>
            </a:r>
            <a:r>
              <a:rPr lang="es-ES" sz="2200" dirty="0" err="1">
                <a:solidFill>
                  <a:schemeClr val="bg1"/>
                </a:solidFill>
                <a:latin typeface="Josefin Sans" panose="00000500000000000000" pitchFamily="2" charset="0"/>
              </a:rPr>
              <a:t>podés</a:t>
            </a:r>
            <a:r>
              <a:rPr lang="es-ES" sz="2200" dirty="0">
                <a:solidFill>
                  <a:schemeClr val="bg1"/>
                </a:solidFill>
                <a:latin typeface="Josefin Sans" panose="00000500000000000000" pitchFamily="2" charset="0"/>
              </a:rPr>
              <a:t> enviarlos al correo: convalidaciones@upolitecnica.cr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200" dirty="0">
                <a:solidFill>
                  <a:schemeClr val="bg1"/>
                </a:solidFill>
                <a:latin typeface="Josefin Sans" panose="00000500000000000000" pitchFamily="2" charset="0"/>
              </a:rPr>
              <a:t>Si son físicos, entrégalos los originales firmados a mano en el Departamento de Registro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200" dirty="0">
                <a:solidFill>
                  <a:schemeClr val="bg1"/>
                </a:solidFill>
                <a:latin typeface="Josefin Sans" panose="00000500000000000000" pitchFamily="2" charset="0"/>
              </a:rPr>
              <a:t>La convalidación para que te salga gratuita, envía los documentos necesarios durante su primer cuatrimestre con nosotros.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200" dirty="0">
                <a:solidFill>
                  <a:schemeClr val="bg1"/>
                </a:solidFill>
                <a:latin typeface="Josefin Sans" panose="00000500000000000000" pitchFamily="2" charset="0"/>
              </a:rPr>
              <a:t>La certificación y los programas deberán enviarse juntos en un solo paquete.</a:t>
            </a:r>
            <a:endParaRPr lang="es-CR" sz="2200" dirty="0">
              <a:solidFill>
                <a:schemeClr val="bg1"/>
              </a:solidFill>
              <a:latin typeface="Josefin Sans" panose="00000500000000000000" pitchFamily="2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926E524-B275-D10D-BF56-ACAFAD0C14BA}"/>
              </a:ext>
            </a:extLst>
          </p:cNvPr>
          <p:cNvSpPr txBox="1"/>
          <p:nvPr/>
        </p:nvSpPr>
        <p:spPr>
          <a:xfrm>
            <a:off x="640080" y="15901244"/>
            <a:ext cx="127386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200" dirty="0">
                <a:solidFill>
                  <a:srgbClr val="FF8201"/>
                </a:solidFill>
                <a:latin typeface="Josefin Sans" panose="00000500000000000000" pitchFamily="2" charset="0"/>
              </a:rPr>
              <a:t>Tenés tiempo hasta el 29 </a:t>
            </a:r>
            <a:r>
              <a:rPr lang="es-ES" sz="3200">
                <a:solidFill>
                  <a:srgbClr val="FF8201"/>
                </a:solidFill>
                <a:latin typeface="Josefin Sans" panose="00000500000000000000" pitchFamily="2" charset="0"/>
              </a:rPr>
              <a:t>de agosto </a:t>
            </a:r>
            <a:r>
              <a:rPr lang="es-ES" sz="3200" dirty="0">
                <a:solidFill>
                  <a:srgbClr val="FF8201"/>
                </a:solidFill>
                <a:latin typeface="Josefin Sans" panose="00000500000000000000" pitchFamily="2" charset="0"/>
              </a:rPr>
              <a:t>2026 para que te salga gratis. </a:t>
            </a:r>
            <a:endParaRPr lang="es-CR" sz="3200" dirty="0">
              <a:solidFill>
                <a:srgbClr val="FF8201"/>
              </a:solidFill>
              <a:latin typeface="Josefin Sa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036472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</TotalTime>
  <Words>129</Words>
  <Application>Microsoft Office PowerPoint</Application>
  <PresentationFormat>Personalizado</PresentationFormat>
  <Paragraphs>10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Josefin Sans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Pasante Diseño</dc:creator>
  <cp:lastModifiedBy>Lissette Acuña Serrano</cp:lastModifiedBy>
  <cp:revision>4</cp:revision>
  <dcterms:created xsi:type="dcterms:W3CDTF">2025-04-09T16:48:07Z</dcterms:created>
  <dcterms:modified xsi:type="dcterms:W3CDTF">2026-06-11T19:53:31Z</dcterms:modified>
</cp:coreProperties>
</file>